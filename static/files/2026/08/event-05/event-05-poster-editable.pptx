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\work2\\local_github_healthtreetw\\healthtree-static\\static\\images\\2026\\08\\event-05\\event-05-olive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1207008"/>
            <a:ext cx="3474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MM 朋友茶會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86384" y="1901952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日期：2026 年 8 月 31 日（星期一）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86384" y="2231136"/>
            <a:ext cx="3657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時間：下午 1:30 - 4:30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86384" y="2560320"/>
            <a:ext cx="3840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地點：士林錫安堂二樓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6384" y="2880360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交通：台北捷運芝山站一號出口；到 7-11 後按門鈴上二樓。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3401568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名額：不限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6384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報名方式：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86384" y="4059936"/>
            <a:ext cx="38770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建議先報名，方便預估人數；當天臨時想來也歡迎直接前來。場地寬敞，人數不限。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" y="4645152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A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報名連結與 QR Code：即將補上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84064" y="2606040"/>
            <a:ext cx="1261872" cy="1444752"/>
          </a:xfrm>
          <a:prstGeom prst="roundRect">
            <a:avLst>
              <a:gd name="adj" fmla="val 5797"/>
            </a:avLst>
          </a:prstGeom>
          <a:solidFill>
            <a:srgbClr val="F7F7EA"/>
          </a:solidFill>
          <a:ln w="19050">
            <a:solidFill>
              <a:srgbClr val="3664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75504" y="2697480"/>
            <a:ext cx="1060704" cy="1060704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3664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312724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64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94376" y="3849624"/>
            <a:ext cx="8412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64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報名表單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522976"/>
          <a:ext cx="5724144" cy="4736592"/>
        </p:xfrm>
        <a:graphic>
          <a:graphicData uri="http://schemas.openxmlformats.org/drawingml/2006/table">
            <a:tbl>
              <a:tblPr/>
              <a:tblGrid>
                <a:gridCol w="1554480"/>
                <a:gridCol w="4169664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13:30-14:00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報到、茶敘與暖心開場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簡介活動方向，邀請夥伴簡短自我介紹。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14:00-15:00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主題分組交流（圍圈圈聊天）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組：生活照護與身心支持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組：治療經驗與回診準備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15:00-15:30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小組回到大圈分享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整理討論重點；說明合照與照片去識別化處理。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15:30-16:30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自由交流與彼此連結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茶點、交換資訊、認識朋友；有事可先行離席。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mid">
                    <a:lnL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2B30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86384" y="10561320"/>
            <a:ext cx="5303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664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歡迎病友、家屬與朋友一起來聚聚，交流資訊，也認識彼此。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HealthTree TW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 朋友茶會</dc:title>
  <dc:subject>2026/8/31 MM 朋友茶會</dc:subject>
  <dc:creator>HealthTree TW</dc:creator>
  <cp:lastModifiedBy>HealthTree TW</cp:lastModifiedBy>
  <cp:revision>1</cp:revision>
  <dcterms:created xsi:type="dcterms:W3CDTF">2026-07-29T13:45:52Z</dcterms:created>
  <dcterms:modified xsi:type="dcterms:W3CDTF">2026-07-29T13:45:52Z</dcterms:modified>
</cp:coreProperties>
</file>